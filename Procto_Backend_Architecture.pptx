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PROCTO: Backend Architecture &amp;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deep dive into the engine powering our Online Proctoring System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Designed for scale, security, and real-time assessment monitoring.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Built on modern Node.js principles using TypeScript.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Integrates advanced Generative AI and comprehensive cloud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The Tech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Runtime &amp; Framework: Node.js with Express.js (TypeScript)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Database Operations: PostgreSQL managed via Prisma ORM for robust typing and relational data integrity.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Caching &amp; Queueing: Redis paired with BullMQ to manage asynchronous, heavy tasks securely.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Real-Time Communication: Socket.io for instantaneous proctoring alerts and session management.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Security Mechanisms: Helmet, CORS, Express Rate Limit, Zod validation, and bcryptjs.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Secure User Access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Roles Defined: Three dynamic user roles: STUDENT, FACULTY, and ADMIN.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Primary Authentication: Local Email/Password with Bcrypt hashing alongside OAuth integrations via Passport.js (Google &amp; GitHub).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Session Security: JSON Web Tokens (JWT) stored securely in HTTP-only cookies, combined with long-lived Refresh Tokens.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Two-Factor Authentication (2FA): Integrated speakeasy module supports MFA to safeguard faculty and admin accounts.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Structuring Assessments (Faculty View)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Course Management: Faculty create distinct logical groupings (Courses) to enroll students.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Dynamic Questions: Questions cover diverse formats (Multiple Choice, Code, Essay, Numerical, etc.) and are stored dynamically as JSON structures.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Exam Rules &amp; Parameters: Configurable properties like shuffleQuestions, maxAttempts, and negativeMarkingFactor dictate exam boundaries.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States: Exams can be transitioned globally from DRAFT to SCHEDULED to ACTIVE.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Real-Time Exam Execution (Student View)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Session Initiation: Students begin an ExamSession locked to their unique ID and IP Address.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Progress Tracking: Answers stream securely to the backend in real-time and bind to specific question IDs.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Timer Management: Exam start/end times strictly regulate session activities.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Result Finalization: Session transitions from PENDING -&gt; ACTIVE -&gt; SUBMITTED.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Intelligent Cheating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Media Ingestion &amp; Storage: Uploads periodic snapshots dynamically using AWS S3.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Analyzing Integrity: Passes screenshots and metrics through AWS Rekognition.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Suspicious Events Tracked: FACE_NOT_DETECTED, MULTIPLE_FACES, LOOKING_AWAY, TAB_SWITCH, SCREEN_EXIT, RIGHT_CLICK, COPY_PASTE.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Severity Levels: Classifies each event (LOW, MEDIUM, HIGH), allowing faculty to review these flags manually or auto-terminate exams.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Grading &amp; Audit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Automated Evaluations: Immediate auto-scoring calculation.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Manual Input: Capability to add manual scores (e.g., Essay questions).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Comprehensive Results: Converts total scores into percentages and calculates active Percentile &amp; Ranks.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</a:rPr>
              <a:t>System Audit Trails: Crucial events modify the AuditLog table permanently to preserve the chain of custody for any data alterations.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2026-02-23T16:29:43Z</dcterms:created>
  <dcterms:modified xsi:type="dcterms:W3CDTF">2026-02-23T16:29:43Z</dcterms:modified>
</cp:coreProperties>
</file>